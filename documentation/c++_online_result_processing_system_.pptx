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4"/>
  </p:normalViewPr>
  <p:slideViewPr>
    <p:cSldViewPr snapToGrid="0">
      <p:cViewPr varScale="1">
        <p:scale>
          <a:sx n="148" d="100"/>
          <a:sy n="148" d="100"/>
        </p:scale>
        <p:origin x="62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564220aa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564220aa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564220aa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564220aa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564220aa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564220aa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564220aa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564220aa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ff573c996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ff573c996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lt1"/>
                </a:solidFill>
              </a:rPr>
              <a:t>Online result processing system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2" b="1" dirty="0">
                <a:solidFill>
                  <a:schemeClr val="lt1"/>
                </a:solidFill>
              </a:rPr>
              <a:t>By Prince Rajesh Yadav</a:t>
            </a:r>
            <a:endParaRPr sz="832" b="1" dirty="0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statement 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• </a:t>
            </a:r>
            <a:r>
              <a:rPr lang="en-GB" sz="1100"/>
              <a:t>In many educational institutions, student results are manually calculated.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• Calculating total marks, percentage, and student pass/fail status manually involves a lot of work and may lead to human errors.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• In cases where there are multiple subjects and a large number of students, it becomes very difficult to manage and process student results manually.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• Manual student result processing may lead to errors in calculations and management.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• Thus, there is a need for a simple automated system that can process student results quickly and accurately.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• The Online Result Processing System is created to address this issue of manually calculating student results.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100"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Solution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• The proposed solution is to develop an </a:t>
            </a:r>
            <a:r>
              <a:rPr lang="en-GB" sz="1100" b="1">
                <a:solidFill>
                  <a:schemeClr val="dk1"/>
                </a:solidFill>
              </a:rPr>
              <a:t>Online Result Processing System using C++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• The program takes marks of multiple subjects as input from the user.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• It uses </a:t>
            </a:r>
            <a:r>
              <a:rPr lang="en-GB" sz="1100" b="1">
                <a:solidFill>
                  <a:schemeClr val="dk1"/>
                </a:solidFill>
              </a:rPr>
              <a:t>arithmetic operations</a:t>
            </a:r>
            <a:r>
              <a:rPr lang="en-GB" sz="1100">
                <a:solidFill>
                  <a:schemeClr val="dk1"/>
                </a:solidFill>
              </a:rPr>
              <a:t> to calculate the total marks and percentage automatically.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• </a:t>
            </a:r>
            <a:r>
              <a:rPr lang="en-GB" sz="1100" b="1">
                <a:solidFill>
                  <a:schemeClr val="dk1"/>
                </a:solidFill>
              </a:rPr>
              <a:t>Conditional statements</a:t>
            </a:r>
            <a:r>
              <a:rPr lang="en-GB" sz="1100">
                <a:solidFill>
                  <a:schemeClr val="dk1"/>
                </a:solidFill>
              </a:rPr>
              <a:t> are used to determine whether the student has passed or failed.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• The program then generates a </a:t>
            </a:r>
            <a:r>
              <a:rPr lang="en-GB" sz="1100" b="1">
                <a:solidFill>
                  <a:schemeClr val="dk1"/>
                </a:solidFill>
              </a:rPr>
              <a:t>formatted marksheet</a:t>
            </a:r>
            <a:r>
              <a:rPr lang="en-GB" sz="1100">
                <a:solidFill>
                  <a:schemeClr val="dk1"/>
                </a:solidFill>
              </a:rPr>
              <a:t> displaying subject marks, total marks, percentage, grade, and result status.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• This system reduces manual effort, saves time, and improves accuracy in result calculation.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100"/>
          </a:p>
        </p:txBody>
      </p:sp>
      <p:pic>
        <p:nvPicPr>
          <p:cNvPr id="69" name="Google Shape;69;p15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1.  Input Stage</a:t>
            </a:r>
            <a:br>
              <a:rPr lang="en-GB" sz="1100" b="1">
                <a:solidFill>
                  <a:schemeClr val="dk1"/>
                </a:solidFill>
              </a:rPr>
            </a:br>
            <a:r>
              <a:rPr lang="en-GB" sz="1100" b="1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chemeClr val="dk1"/>
                </a:solidFill>
              </a:rPr>
              <a:t> • The user enters marks of five subjects (Maths, Physics, Chemistry, English, Computer).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2</a:t>
            </a:r>
            <a:r>
              <a:rPr lang="en-GB" sz="1100">
                <a:solidFill>
                  <a:schemeClr val="dk1"/>
                </a:solidFill>
              </a:rPr>
              <a:t>. </a:t>
            </a:r>
            <a:r>
              <a:rPr lang="en-GB" sz="1100" b="1">
                <a:solidFill>
                  <a:schemeClr val="dk1"/>
                </a:solidFill>
              </a:rPr>
              <a:t>Processing Stage</a:t>
            </a:r>
            <a:br>
              <a:rPr lang="en-GB" sz="1100" b="1">
                <a:solidFill>
                  <a:schemeClr val="dk1"/>
                </a:solidFill>
              </a:rPr>
            </a:br>
            <a:r>
              <a:rPr lang="en-GB" sz="1100" b="1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chemeClr val="dk1"/>
                </a:solidFill>
              </a:rPr>
              <a:t> • The program calculates total marks using arithmetic operations.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 • Percentage is calculated using the formula: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 Percentage = (Total Marks / Maximum Marks) × 100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3</a:t>
            </a:r>
            <a:r>
              <a:rPr lang="en-GB" sz="1100">
                <a:solidFill>
                  <a:schemeClr val="dk1"/>
                </a:solidFill>
              </a:rPr>
              <a:t>.</a:t>
            </a:r>
            <a:r>
              <a:rPr lang="en-GB" sz="1100" b="1">
                <a:solidFill>
                  <a:schemeClr val="dk1"/>
                </a:solidFill>
              </a:rPr>
              <a:t>Decision Stage</a:t>
            </a:r>
            <a:br>
              <a:rPr lang="en-GB" sz="1100" b="1">
                <a:solidFill>
                  <a:schemeClr val="dk1"/>
                </a:solidFill>
              </a:rPr>
            </a:br>
            <a:r>
              <a:rPr lang="en-GB" sz="1100" b="1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chemeClr val="dk1"/>
                </a:solidFill>
              </a:rPr>
              <a:t> • Conditional logic checks if the percentage is greater than or equal to 40%.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 • If percentage ≥ 40 → PASS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 • If percentage &lt; 40 → FAIL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4</a:t>
            </a:r>
            <a:r>
              <a:rPr lang="en-GB" sz="1100">
                <a:solidFill>
                  <a:schemeClr val="dk1"/>
                </a:solidFill>
              </a:rPr>
              <a:t>.</a:t>
            </a:r>
            <a:r>
              <a:rPr lang="en-GB" sz="1100" b="1">
                <a:solidFill>
                  <a:schemeClr val="dk1"/>
                </a:solidFill>
              </a:rPr>
              <a:t>Output Stage</a:t>
            </a:r>
            <a:br>
              <a:rPr lang="en-GB" sz="1100" b="1">
                <a:solidFill>
                  <a:schemeClr val="dk1"/>
                </a:solidFill>
              </a:rPr>
            </a:br>
            <a:r>
              <a:rPr lang="en-GB" sz="1100" b="1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chemeClr val="dk1"/>
                </a:solidFill>
              </a:rPr>
              <a:t> • The program displays a complete marksheet including subject marks, total marks, percentage, grade, and result status.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100"/>
          </a:p>
        </p:txBody>
      </p:sp>
      <p:pic>
        <p:nvPicPr>
          <p:cNvPr id="76" name="Google Shape;76;p16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• The </a:t>
            </a:r>
            <a:r>
              <a:rPr lang="en-GB" sz="1100" b="1"/>
              <a:t>Online Result Processing System</a:t>
            </a:r>
            <a:r>
              <a:rPr lang="en-GB" sz="1100"/>
              <a:t> demonstrates how basic programming concepts can be used to automate academic result calculations.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• The system uses </a:t>
            </a:r>
            <a:r>
              <a:rPr lang="en-GB" sz="1100" b="1"/>
              <a:t>arithmetic operations</a:t>
            </a:r>
            <a:r>
              <a:rPr lang="en-GB" sz="1100"/>
              <a:t> and </a:t>
            </a:r>
            <a:r>
              <a:rPr lang="en-GB" sz="1100" b="1"/>
              <a:t>conditional logic</a:t>
            </a:r>
            <a:r>
              <a:rPr lang="en-GB" sz="1100"/>
              <a:t> to calculate total marks, percentage, and result status automatically.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• This program </a:t>
            </a:r>
            <a:r>
              <a:rPr lang="en-GB" sz="1100" b="1"/>
              <a:t>reduces manual work</a:t>
            </a:r>
            <a:r>
              <a:rPr lang="en-GB" sz="1100"/>
              <a:t> and minimizes calculation errors.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• The system provides </a:t>
            </a:r>
            <a:r>
              <a:rPr lang="en-GB" sz="1100" b="1"/>
              <a:t>quick, accurate</a:t>
            </a:r>
            <a:r>
              <a:rPr lang="en-GB" sz="1100"/>
              <a:t>, and reliable results for students.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/>
              <a:t>• In the future, the system can be expanded to manage multiple students and </a:t>
            </a:r>
            <a:r>
              <a:rPr lang="en-GB" sz="1100" b="1"/>
              <a:t>store results in a database.</a:t>
            </a:r>
            <a:endParaRPr sz="1100" b="1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3" name="Google Shape;83;p17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89" name="Google Shape;89;p18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449</Words>
  <Application>Microsoft Macintosh PowerPoint</Application>
  <PresentationFormat>On-screen Show (16:9)</PresentationFormat>
  <Paragraphs>28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Simple Light</vt:lpstr>
      <vt:lpstr>PowerPoint Presentation</vt:lpstr>
      <vt:lpstr>Problem statement </vt:lpstr>
      <vt:lpstr>Solution</vt:lpstr>
      <vt:lpstr>Working 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Prince Yadav</cp:lastModifiedBy>
  <cp:revision>1</cp:revision>
  <dcterms:modified xsi:type="dcterms:W3CDTF">2026-03-10T04:51:02Z</dcterms:modified>
</cp:coreProperties>
</file>